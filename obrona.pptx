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3156397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Calibri"/>
              </a:defRPr>
            </a:pPr>
            <a:r>
              <a:t>Wykrywanie i zapobieganie atakom typu</a:t>
            </a:r>
            <a:br/>
            <a:r>
              <a:t>Session Fixation i Session Hijacking</a:t>
            </a:r>
          </a:p>
          <a:p>
            <a:pPr algn="ctr">
              <a:spcBef>
                <a:spcPts val="1200"/>
              </a:spcBef>
              <a:defRPr sz="1800">
                <a:solidFill>
                  <a:srgbClr val="0066B3"/>
                </a:solidFill>
                <a:latin typeface="Calibri"/>
              </a:defRPr>
            </a:pPr>
            <a:r>
              <a:t>Detection and Prevention of Session Fixation and Session Hijacking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Praca dyplomowa inżynierska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Przemysław Niemiec  ·  nr albumu: 42001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Promotor: dr hab. inż. Imed El Fray, prof. ZUT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Katedra Inżynierii Oprogramowania i Cyberbezpieczeństwa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Zachodniopomorski Uniwersytet Technologiczny w Szczecinie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Po logowaniu tożsamość użytkownika = identyfikator sesji (SID).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Session fixation — narzucenie ofierze znanego SID przed uwierzytelnieniem.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Session hijacking — przejęcie ważnej sesji (XSS, replay, bruteforce).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Temat aktualny: OWASP Top 10 A07 — Authentication Failures (CWE-384, CWE-613).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Cel i teza pracy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Cel: zaprojektować, zaimplementować i zweryfikować middleware wykrywające ataki na sesję.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Rozwiązanie: autorski pakiet session-guard dla PHP ≥ 8.3 — 11 detektorów + silnik scoringu.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Teza: warstwa detekcji behawioralnej istotnie zwiększa skuteczność w porównaniu z samym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hardeningiem — bez fałszywych alarmów i przy akceptowalnym narzucie czasowym.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Pytania badawcze weryfikujące tezę: P1 — skuteczność vs hardening · P2 — fałszywe alarmy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(FPR) dla legalnego ruchu · P3 — narzut czasowy middleware na żądanie HTTP.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Luka, którą adresuje rozwiązanie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Hardening (HttpOnly, Secure, SameSite, __Host-, strict mode, regeneracja SID) jest konieczny,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lecz niewystarczający, gdy atakujący już posiada ważny identyfikator sesji.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Poprawnie użyty skradziony SID jest dla serwera nieodróżnialny od prawowitego właściciela.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Potrzebna jest obserwacja zachowania sesji w czasie i reakcja na anomalie.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Architektura rozwiązania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18288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Żądanie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2560320"/>
            <a:ext cx="173736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11 detektorów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560320"/>
            <a:ext cx="155448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ScoreEngine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560320"/>
            <a:ext cx="13716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Progi</a:t>
            </a:r>
            <a:br/>
            <a:r>
              <a:t>30 /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1371600" cy="54864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Logger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560320"/>
            <a:ext cx="1371600" cy="54864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Re-auth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474720"/>
            <a:ext cx="1371600" cy="548640"/>
          </a:xfrm>
          <a:prstGeom prst="roundRect">
            <a:avLst/>
          </a:prstGeom>
          <a:solidFill>
            <a:srgbClr val="F0F4F8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3366"/>
                </a:solidFill>
                <a:latin typeface="Calibri"/>
              </a:defRPr>
            </a:pPr>
            <a:r>
              <a:t>Destroy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8803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8803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09360" y="28803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046720" y="1920240"/>
            <a:ext cx="365760" cy="960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46720" y="2834640"/>
            <a:ext cx="365760" cy="45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2880360"/>
            <a:ext cx="365760" cy="868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720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Middleware session-guard analizuje każde żądanie chronionej sesji.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Środowisko Docker: Apache → app-demo (podatna) / app-secured (z middleware) → MySQL.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Oba warianty aplikacji dzielą ten sam kod — różni je wyłącznie mechanizm sesji.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session-guard — detektory i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 detektorów pasywnych: ip_change, user_agent, fingerprint, session_id_entropy,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cookie_flags, client_hints.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 detektorów stanowych: regeneration_policy, idle_absolute_timeout, concurrent_session,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impossible_travel, request_rate.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ScoreEngine sumuje wagi sygnałów → progi: 30 (STEP_UP) / 70 (BLOCK).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Akcje: logowanie, alert admina, ponowne uwierzytelnienie, zniszczenie sesji.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Wagi i progi konfigurowalne w guard.php — detekcja oddzielona od reakcji.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Środowisko badawcze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Docker Compose: aplikacja podatna (app.local) i zabezpieczona (secure.local).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Ten sam kod aplikacji — różni je wyłącznie mechanizm sesji (GUARD_ENABLED).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Kontener atakujący: 8 zautomatyzowanych scenariuszy ataków.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Panel administracyjny + pipeline make research — pełna reprodukowalność wyników.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Metodyka eksperymentów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P1 — skuteczność: 4 profile obronne × 8 ataków × 3 powt. = 96 przebiegów.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P2 — fałszywe alarmy: 4 scenariusze legalnego ruchu × 5 powt. (happy_path, tab_reload,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mobile_to_wifi, browser_minor_update).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P3 — narzut: ten sam kod bez i z middleware — pomiar czasu, 1000 iteracji na scenariusz.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Analiza ablacyjna (uzupełnienie P1): wyłączanie pojedynczych detektorów z full_middleware.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Wyniki — skuteczność detekcji (P1)</a:t>
            </a:r>
          </a:p>
        </p:txBody>
      </p:sp>
      <p:pic>
        <p:nvPicPr>
          <p:cNvPr id="4" name="Picture 3" descr="tp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69280" cy="3158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Profil none (aplikacja podatna): TPR = 0%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Hardening konfiguracyjny: TPR = 62,5%</a:t>
            </a:r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t>Pełne middleware: TPR = 100%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Hardening nie blokuje: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• concurrent_abuse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• impossible_travel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• session_hijack_replay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Pełne session-guard blokuje wszystkie 8 ataków.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Wyniki — koszt detekcji (P2 + P3)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FPR = 0% na scenariuszach: happy_path, tab_reload, mobile_to_wifi, browser_minor_update.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Narzut wydajnościowy: addytywnie kilka ms na żądanie (kilkanaście ms na sesję).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Narzut względny przy uwierzytelnianiu: 11–28% — praktycznie niezauważalny.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Analiza ablacyjna: wyłączenie dowolnego pojedynczego detektora nie obniża TPR.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Skuteczność wynika z redundantnej agregacji sygnałów — obrona w głąb.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Teza potwierdzona: middleware session-guard uzupełnia hardening tam, gdzie sam nie wystarcza.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Wkład: gotowy pakiet session-guard + powtarzalne środowisko badawcze (Docker, testy, CI).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Kierunki rozwoju: więcej scenariuszy ataków, detektory ML, OpenTelemetry, dystrybucja Composer.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Dziękuję za uwagę — chętnie odpowiem na pytania.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